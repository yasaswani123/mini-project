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137E-2890-4FA5-9AA6-87521DA4940F}" v="6" dt="2026-06-21T17:20:18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-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AK1 A30B7" userId="c530beffdf6c10d3" providerId="LiveId" clId="{7E1DE7B0-AE23-4CA5-8339-586A8F9411F4}"/>
    <pc:docChg chg="undo custSel modSld sldOrd">
      <pc:chgData name="23AK1 A30B7" userId="c530beffdf6c10d3" providerId="LiveId" clId="{7E1DE7B0-AE23-4CA5-8339-586A8F9411F4}" dt="2026-06-21T17:20:26.127" v="16" actId="207"/>
      <pc:docMkLst>
        <pc:docMk/>
      </pc:docMkLst>
      <pc:sldChg chg="addSp modSp mod">
        <pc:chgData name="23AK1 A30B7" userId="c530beffdf6c10d3" providerId="LiveId" clId="{7E1DE7B0-AE23-4CA5-8339-586A8F9411F4}" dt="2026-06-21T17:19:43.089" v="12" actId="207"/>
        <pc:sldMkLst>
          <pc:docMk/>
          <pc:sldMk cId="0" sldId="256"/>
        </pc:sldMkLst>
        <pc:spChg chg="mod">
          <ac:chgData name="23AK1 A30B7" userId="c530beffdf6c10d3" providerId="LiveId" clId="{7E1DE7B0-AE23-4CA5-8339-586A8F9411F4}" dt="2026-06-21T17:19:06.527" v="11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23AK1 A30B7" userId="c530beffdf6c10d3" providerId="LiveId" clId="{7E1DE7B0-AE23-4CA5-8339-586A8F9411F4}" dt="2026-06-21T17:19:43.089" v="12" actId="207"/>
          <ac:spMkLst>
            <pc:docMk/>
            <pc:sldMk cId="0" sldId="256"/>
            <ac:spMk id="9" creationId="{00000000-0000-0000-0000-000000000000}"/>
          </ac:spMkLst>
        </pc:spChg>
        <pc:graphicFrameChg chg="add mod">
          <ac:chgData name="23AK1 A30B7" userId="c530beffdf6c10d3" providerId="LiveId" clId="{7E1DE7B0-AE23-4CA5-8339-586A8F9411F4}" dt="2026-06-21T17:18:11.708" v="4"/>
          <ac:graphicFrameMkLst>
            <pc:docMk/>
            <pc:sldMk cId="0" sldId="256"/>
            <ac:graphicFrameMk id="11" creationId="{59300B01-9E9A-DD5A-FC23-B6F3F4A9E645}"/>
          </ac:graphicFrameMkLst>
        </pc:graphicFrameChg>
      </pc:sldChg>
      <pc:sldChg chg="modSp mod ord">
        <pc:chgData name="23AK1 A30B7" userId="c530beffdf6c10d3" providerId="LiveId" clId="{7E1DE7B0-AE23-4CA5-8339-586A8F9411F4}" dt="2026-06-21T17:20:26.127" v="16" actId="207"/>
        <pc:sldMkLst>
          <pc:docMk/>
          <pc:sldMk cId="0" sldId="260"/>
        </pc:sldMkLst>
        <pc:spChg chg="mod">
          <ac:chgData name="23AK1 A30B7" userId="c530beffdf6c10d3" providerId="LiveId" clId="{7E1DE7B0-AE23-4CA5-8339-586A8F9411F4}" dt="2026-06-21T17:20:26.127" v="16" actId="207"/>
          <ac:spMkLst>
            <pc:docMk/>
            <pc:sldMk cId="0" sldId="260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713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OneSlot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Appointment Booking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7860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3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</a:t>
            </a:r>
            <a:r>
              <a:rPr lang="en-US" sz="12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Yasaswani</a:t>
            </a: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Prasad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23AK1A30B7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Year – II Semester | AI &amp; DS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Annamacharya Institute of Technology and Sciences, Tirupati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https://github.com/Yasaswani123/Mini-Project</a:t>
            </a:r>
          </a:p>
        </p:txBody>
      </p:sp>
      <p:sp>
        <p:nvSpPr>
          <p:cNvPr id="10" name="Text 8"/>
          <p:cNvSpPr/>
          <p:nvPr/>
        </p:nvSpPr>
        <p:spPr>
          <a:xfrm>
            <a:off x="640080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appointment scheduling is time-consuming, error-prone, and inaccessible. The key challenges include: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920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Phone/in-person appointment scheduling wastes time for both users and service providers.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04688" y="1920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04688" y="226771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conflict check leads to overlapping or duplicate appointments.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3474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82219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lack visibility into available slots, status updates, and booking history.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38328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04688" y="3474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 Access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04688" y="382219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role-based login exposes sensitive booking data to unauthorized parties.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– Online Appointment Booking System  |  D. </a:t>
            </a:r>
            <a:r>
              <a:rPr lang="en-US" sz="9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Yasaswani</a:t>
            </a: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Prasad |  23AK1A30B7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using PHP, MySQL, HTML, CSS, and JavaScript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0332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8660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27685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76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224942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  –  Identified need for a seamless, role-based appointment system for users and admins.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80720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07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27797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–  Designed MySQL schema with 'users' and 'bookings' tables to store all application data.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33756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33101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 –  Built PHP modules: registration, login, session management, booking, and admin panel.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867912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867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384048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 –  Created responsive UI with HTML/CSS splash screen and dynamic pages (home, services, dashboard).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39826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98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437083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  –  Connected frontend to backend via XAMPP, tested all user flows end-to-end.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– Online Appointment Booking System  |  D. </a:t>
            </a:r>
            <a:r>
              <a:rPr lang="en-US" sz="9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Yasaswani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Prasad|  23AK1A30B7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PHP Modules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booking,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admin, services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887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0299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bookings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relational schema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887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0299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user &amp; admin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Implemented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Animated splash screen landing page (index.html) transitioning to home.php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user registration and login with PHP session management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66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Service catalog page listing available appointment categories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684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Appointment booking form with real-time slot management stored in MySQL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70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Personalized user dashboard displaying booking history and status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panel for managing all bookings and viewing registered users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– Online Appointment Booking System  |  A. </a:t>
            </a:r>
            <a:r>
              <a:rPr lang="en-US" sz="9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Yasaswani</a:t>
            </a: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prasad  |  23AK1A30B7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0"/>
            <a:ext cx="2286000" cy="22860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successfully demonstrates a complete, full-stack web application addressing real-world appointment booking challenges. The project integrates front-end design, back-end logic, and database management into a cohesive, working system.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proficiency in PHP, MySQL, HTML, CSS, and JavaScript as a unified tech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706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software engineering principles: requirement analysis, modular design, and iterative testing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181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secure role-based authentication for both end-users and administrators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3872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6557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complete CRUD application with a clean, user-friendly interface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130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hosted on GitHub with full source code, documentation, and setup instructions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https://github.com/Yasaswani123/Mini-Project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524</Words>
  <Application>Microsoft Office PowerPoint</Application>
  <PresentationFormat>On-screen Show (16:9)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OneSlot - Online Appointment Booking System</dc:title>
  <dc:subject>PptxGenJS Presentation</dc:subject>
  <dc:creator>D. Priyadarshini</dc:creator>
  <cp:lastModifiedBy>23AK1 A30B7</cp:lastModifiedBy>
  <cp:revision>2</cp:revision>
  <dcterms:created xsi:type="dcterms:W3CDTF">2026-06-21T16:32:41Z</dcterms:created>
  <dcterms:modified xsi:type="dcterms:W3CDTF">2026-06-21T17:20:29Z</dcterms:modified>
</cp:coreProperties>
</file>